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04ABFC-3074-413D-B7F9-A3C08E187088}" type="datetimeFigureOut">
              <a:rPr lang="en-ID" smtClean="0"/>
              <a:t>25/02/2026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9E5EF3-203E-49A0-9DE7-FAA6818839AF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920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98E9810-CC04-78BA-5599-1EBB4617FC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1026" name="Picture 2" descr="Academics - Universitas Atma Jaya Yogyakarta">
            <a:extLst>
              <a:ext uri="{FF2B5EF4-FFF2-40B4-BE49-F238E27FC236}">
                <a16:creationId xmlns:a16="http://schemas.microsoft.com/office/drawing/2014/main" id="{06D8099F-7C3B-7529-1DCB-6F1C569CEC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sting dan Domain">
            <a:extLst>
              <a:ext uri="{FF2B5EF4-FFF2-40B4-BE49-F238E27FC236}">
                <a16:creationId xmlns:a16="http://schemas.microsoft.com/office/drawing/2014/main" id="{7D1E1690-C46C-FC00-F662-1A65191A408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F71E85D3-C16D-E9B6-D21D-4CFF5F594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2343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5D9620E-8FE4-D0F6-07FC-7CB31551C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5EFB86C-F4C3-73A9-35D0-CE41337BC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1754FAB-4092-04A4-9CF3-4CAA9FB78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48841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88CA-2A77-99D7-D27B-94FA5CB8A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FB3AE-7F98-9725-D8CF-41BBE6ACB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4120F-7619-1A65-2CF1-8F5AB39F9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AE76D-A7AC-0EA7-7EEA-FE6E6A321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8E1A9-C425-32EC-1C19-6AC9E6E2D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 dirty="0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6462658C-3B3B-870E-5708-87B3D2BCD6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600AA7EA-8FF5-0FEC-D57F-092352D7913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1182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1AAB4-4D57-25E1-F2B7-85BA3616B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A8BFDD-B3BA-CD2C-262B-03AB9E2E96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515D71-543E-1DD3-888A-179464879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63154-F804-9283-0D06-0EA21B1FC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E918CF-36A9-B1D1-D659-DCBBD75C3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70B98802-B003-BB0D-CEA4-9018734034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552C3A2E-B2F4-264C-0DB6-0949E33571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3489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C4C29-A79B-056F-B93F-BA441B116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E2D5E-1E80-0B9B-D9ED-D505BA667A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683AF1-A875-86A0-1A41-8E0C0B3C30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381D75-F300-C4A5-70C6-347593F08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BA2D01-5B94-FCD5-36BE-C43911D24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C2587-531C-57D9-6851-4FD05BD07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8" name="Picture 2" descr="Academics - Universitas Atma Jaya Yogyakarta">
            <a:extLst>
              <a:ext uri="{FF2B5EF4-FFF2-40B4-BE49-F238E27FC236}">
                <a16:creationId xmlns:a16="http://schemas.microsoft.com/office/drawing/2014/main" id="{FF0E1043-4653-46ED-BAE6-BF6C5EF1094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osting dan Domain">
            <a:extLst>
              <a:ext uri="{FF2B5EF4-FFF2-40B4-BE49-F238E27FC236}">
                <a16:creationId xmlns:a16="http://schemas.microsoft.com/office/drawing/2014/main" id="{5081D4B7-4AB1-8FE0-A908-5C9F25841FC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655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4CF9A-265F-4E44-8798-EA8D8A685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FBEFEE-0810-98C8-891B-858070BD0A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8E4477-5AE0-D55A-91F9-17A9E4F81D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D1EABE-C1CA-D607-7F6F-0D8EC8BDDD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B39D66-13BA-74E4-DE05-5ACF8F6BB7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D3C4F0-E1C3-0B79-49A4-347F58D2F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AEE4E3-A64E-CA38-2812-40033BE63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44252F-E62E-FA7F-538D-48E5B6185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10" name="Picture 2" descr="Academics - Universitas Atma Jaya Yogyakarta">
            <a:extLst>
              <a:ext uri="{FF2B5EF4-FFF2-40B4-BE49-F238E27FC236}">
                <a16:creationId xmlns:a16="http://schemas.microsoft.com/office/drawing/2014/main" id="{033FFF96-33E0-B4E2-D68B-11A81A98EF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Hosting dan Domain">
            <a:extLst>
              <a:ext uri="{FF2B5EF4-FFF2-40B4-BE49-F238E27FC236}">
                <a16:creationId xmlns:a16="http://schemas.microsoft.com/office/drawing/2014/main" id="{BC131D14-9CE9-A300-5A5F-9CBCF20A6D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5473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BF8C9-EEAB-ECFA-303B-02E3506BA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4FE191-E0B2-025E-B1CD-902A8A65D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195B8C-192F-0EF3-80C2-314A200AC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22EF97-F45F-6B8E-A3FA-521F95E58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6" name="Picture 2" descr="Academics - Universitas Atma Jaya Yogyakarta">
            <a:extLst>
              <a:ext uri="{FF2B5EF4-FFF2-40B4-BE49-F238E27FC236}">
                <a16:creationId xmlns:a16="http://schemas.microsoft.com/office/drawing/2014/main" id="{6B5A8C26-AE93-A16D-E919-68053341AF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osting dan Domain">
            <a:extLst>
              <a:ext uri="{FF2B5EF4-FFF2-40B4-BE49-F238E27FC236}">
                <a16:creationId xmlns:a16="http://schemas.microsoft.com/office/drawing/2014/main" id="{7328BEAC-ACD8-CCCA-BB4D-237F47EF68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1842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9B28B5-7D39-62B1-395F-75B4F41E8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E42929-ADBD-0C80-0469-A738C26DE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37087-5296-C018-C174-AF0D287AF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186708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070C9-00F8-BBD0-8380-F538D6E9F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4CC03-16A3-697A-AE85-DF58466A0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AD2461-822F-7042-8FE4-D0C4498C6F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36A2B-2AAE-5713-C4D1-50BDCC3CD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22C88-FDDE-B807-86B8-2B6C6FCE7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2ED7F9-D061-A3FB-70AA-2E546511E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8" name="Picture 2" descr="Academics - Universitas Atma Jaya Yogyakarta">
            <a:extLst>
              <a:ext uri="{FF2B5EF4-FFF2-40B4-BE49-F238E27FC236}">
                <a16:creationId xmlns:a16="http://schemas.microsoft.com/office/drawing/2014/main" id="{75FC3C7D-8E5C-FC57-DE27-D57A1C6D6EC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osting dan Domain">
            <a:extLst>
              <a:ext uri="{FF2B5EF4-FFF2-40B4-BE49-F238E27FC236}">
                <a16:creationId xmlns:a16="http://schemas.microsoft.com/office/drawing/2014/main" id="{A259F51C-1E0A-BAEE-FF48-C2379F43E51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37422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D705B-8B4C-4FE9-167D-BF91CE429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717B62-86B6-1E47-5F68-63BE955627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F228C8-18CD-8E19-C086-890EE18F2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3191D0-B09C-5FC8-9B37-53F041144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D7B53E-23F0-CD8B-2A4E-F6DB5A606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49557C-6D6F-00FD-7478-446BA5D39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8" name="Picture 2" descr="Academics - Universitas Atma Jaya Yogyakarta">
            <a:extLst>
              <a:ext uri="{FF2B5EF4-FFF2-40B4-BE49-F238E27FC236}">
                <a16:creationId xmlns:a16="http://schemas.microsoft.com/office/drawing/2014/main" id="{D61E8490-A1A6-FC71-5A81-50E88B52B69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osting dan Domain">
            <a:extLst>
              <a:ext uri="{FF2B5EF4-FFF2-40B4-BE49-F238E27FC236}">
                <a16:creationId xmlns:a16="http://schemas.microsoft.com/office/drawing/2014/main" id="{D237AFC6-59B9-0B7A-47ED-AFFA8FF7C08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3783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F9621-E688-5DEF-A025-2F16EBFCB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3FF48D-758F-29A7-9C56-F6D74BEE51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112A3A-74B3-25C7-4C14-1DD768953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5D4BF-4AD9-4568-4D2B-76C5021C6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E8F-ABDF-4B27-6268-E3BCD81E9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2EC84E84-208C-C2D7-C3BC-77ED1BCD5A9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A5C4CAF7-B025-4BCB-0308-70600EDA944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5460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67245A-46CA-29CF-A2DF-122B9C20FF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189290-3804-23DD-9CCB-BEA0963D82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FC7C1-DBDF-C5F3-32D8-5BAC2E26C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E0112-F563-7DDF-DBC3-1B0BE7665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F3C646-2C76-0C14-76D2-F9573D72F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D81427E4-36BC-FABB-B657-FFB280B4848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39F5CAB4-A79C-02C8-C652-F366E8CDB46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78475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F72C4E-A545-C6A4-4FE3-C7165A0C5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4B7124-4311-D7DE-0407-0E51852A7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190DBA-28C3-222B-6E97-0CF2B390DD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13836B-A348-3FD6-9F68-5F313D3047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AD27BF-6BFA-BD7D-95D3-40335FC415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22F21B8D-AA17-54C5-CBC6-64976445AB7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309338CB-4B11-1200-02DD-08FC983BE73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5666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E42BDD8-58B7-1ADD-0F10-69EEC0CF44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Raymond Wangsa Putra</a:t>
            </a:r>
          </a:p>
          <a:p>
            <a:r>
              <a:rPr lang="en-US" dirty="0"/>
              <a:t>UAJY – </a:t>
            </a:r>
            <a:r>
              <a:rPr lang="en-US" dirty="0" err="1"/>
              <a:t>Febuari</a:t>
            </a:r>
            <a:r>
              <a:rPr lang="en-US" dirty="0"/>
              <a:t> 2026</a:t>
            </a:r>
            <a:endParaRPr lang="en-ID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B5D1B2-7D45-B5D1-2AAF-492B052D1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Git: </a:t>
            </a:r>
            <a:r>
              <a:rPr lang="en-US"/>
              <a:t>source control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2661BA-BEB8-BB8B-1A1E-8C73A772E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0F293-C123-47F1-0782-58919ECA8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2987650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13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Git: source control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Raymond Wangsa Putra</dc:creator>
  <cp:lastModifiedBy>Raymond Wangsa Putra</cp:lastModifiedBy>
  <cp:revision>11</cp:revision>
  <dcterms:created xsi:type="dcterms:W3CDTF">2026-02-24T15:47:48Z</dcterms:created>
  <dcterms:modified xsi:type="dcterms:W3CDTF">2026-02-24T17:17:54Z</dcterms:modified>
</cp:coreProperties>
</file>